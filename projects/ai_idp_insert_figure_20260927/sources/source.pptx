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64" r:id="rId5"/>
    <p:sldId id="265" r:id="rId6"/>
    <p:sldId id="266" r:id="rId7"/>
    <p:sldId id="261" r:id="rId8"/>
    <p:sldId id="262" r:id="rId9"/>
    <p:sldId id="263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4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在概念统一后再看整个 AI–IDP 研究链。GOOSE 主要做性质约束下的序列生成；STARLING 和 IDPFold 做 sequence 到 ensemble；LLPSense 处理 sequence、environment 与 LLPS 行为；binder 和 interface peptide 工作进一步走向功能分子设计。这里并不是说六篇论文已经组成完整端到端系统，而是把它们放到同一张地图上，后文分别检查三个连接是否成立：生成是否可信、ensemble 是否增加功能信息、以及设计是否得到真实实验验证。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Towards 综述提供的是一个评价闭环，而不是另一种单独生成模型。第一部分是实验观测，第二部分是计算生成和统计整合，第三部分是验证与比较。核心桥梁是 forward model：它把候选构象和权重转成 SAXS、PRE、smFRET 或 NMR 等可观测量，再与实验比较并调整模型或权重。由于单一平均量可能由不同 ensemble 产生，需要多种互补实验同时约束。这一框架用于检查 STARLING、IDPFold 等模型是否真正可解释和可比较。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benchmark 不等于每篇论文再做一次自测。真正的 benchmark 要固定靶标、环境条件、可观测量、forward model 版本和评分规则，并用参与者看不到的验证数据测试泛化。Towards 提出的 IDP-Bench 包含四个阶段：独立委员会整理高质量数据；团队提交 ensemble；服务器在 held-out 数据上自动多指标评分；结果和失败案例持续公开。其目的不是选一个永远最好的模型，而是明确不同方法在什么序列、长度、环境和实验观测上可靠。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统一流程之后还要解决如何打分。第一层先检查键长、扭转角和碰撞，排除不合理结构；第二层看 SAXS、P(r)、Rg 等全局分布；第三层看 PRE、RDC、smFRET 等局部和长程约束；第四层直接比较完整分布，识别覆盖不足或模式坍缩；第五层做留出观测、新序列和新环境泛化；第六层报告实验误差、forward-model 误差、置信区间和计算成本。综合分数可以排序，但必须保留各指标剖面，否则会掩盖模型只在某一维度表现好的问题。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IDPFold 同样从序列生成多个构象，但表示方式更接近主链几何：每个残基用刚体框架和扭转角描述，扩散过程从随机框架逐步去噪，重复采样得到构象集合。与 STARLING 的差别压缩在本页右下角：一个更强调距离表示与速度，一个更强调刚体、主链几何和扩散生成。共同边界是，论文主要验证生成样本和统计分布，没有证明采样顺序等于真实转换路径，也没有给出真实动力学时间尺度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用于筛选单体是否稳定、复合物是否保持预期界面；最后由实验测定亲和力、特异性和稳定性。它解决的是结合态共同设计，不是在恢复 IDR 的完整自由态 ensemble。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这一页不是重复研究链，而是把六篇工作升级为证据矩阵。每一行同时回答代表论文证明了什么、没有证明什么、我们能做什么。综合判断是：性质约束序列设计、快速 ensemble 生成、环境相关 LLPS 预测和功能分子设计都已有局部成果；最明显的断点仍是不同生成器是否在统一 benchmark 上可信，以及 ensemble 是否能为功能预测带来可迁移增益。后续选题应直接围绕这些未闭合连接，而不是重复造一个网络。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i_idp_hzau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9/25/2026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IDP / IDR   ×  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/>
                <a:ea typeface="Microsoft YaHei"/>
              </a:rPr>
              <a:t>无序蛋白人工智能研究进展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/>
                <a:ea typeface="Microsoft YaHei"/>
              </a:rPr>
              <a:t>序列、构象系综、功能与设计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/>
                <a:ea typeface="Microsoft YaHei"/>
              </a:rPr>
              <a:t>三人小组文献调研与研究路线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/>
                <a:ea typeface="Microsoft YaHei"/>
              </a:rPr>
              <a:t>以六篇代表性工作为节点，梳理 AI–IDP 的任务链、验证边界与可行研究方向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汇报人：A、B、C　　时间：2026.__.__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/>
                <a:ea typeface="Microsoft YaHei"/>
              </a:rPr>
              <a:t>H U A Z H O N G   A G R I C U L T U R A L   U N I V E R S I T Y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2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概念准备：从 IDP / IDR 到统计 ensemble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IDP 与 IDR：说的是整条链，还是其中一段？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IDP｜内在无序蛋白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整条蛋白链在生理条件下不形成唯一、稳定的有序三维结构。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研究对象：整条链的构象分布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11099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8408" y="3001772"/>
            <a:ext cx="4617719" cy="8732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>
                <a:solidFill>
                  <a:srgbClr val="153A2A"/>
                </a:solidFill>
                <a:latin typeface="Arial"/>
                <a:ea typeface="Microsoft YaHei"/>
              </a:rPr>
              <a:t>IDR｜内在无序区</a:t>
            </a: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蛋白中某个区域不形成稳定结构，同一蛋白可同时含折叠结构域与 IDR。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研究对象：该区域在蛋白内部的构象分布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176776"/>
            <a:ext cx="4946903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术语依据：Towards a Unified Framework… Box 1；文献中常用 “IDPs” 统称两者，本汇报保持区分。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四个关键词：从一条结构到统计系综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①  构象 conformer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蛋白链在某一瞬间的一个三维结构。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②  构象集合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多个可能构象的集合，尚未给出各自概率。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③  统计 ensemble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构象集合 + 统计权重，描述“出现多少”的分布。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/>
                <a:ea typeface="Microsoft YaHei"/>
              </a:rPr>
              <a:t>④  构象状态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由统计 ensemble 描述的热力学状态。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4983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</a:rPr>
              <a:t>为什么还需要 forward model？</a:t>
            </a:r>
          </a:p>
          <a:p>
            <a:pPr>
              <a:lnSpc>
                <a:spcPct val="128000"/>
              </a:lnSpc>
            </a:pPr>
            <a:r>
              <a:rPr sz="1300" b="0">
                <a:solidFill>
                  <a:srgbClr val="FFFFFF"/>
                </a:solidFill>
                <a:latin typeface="Arial"/>
                <a:ea typeface="Microsoft YaHei"/>
              </a:rPr>
              <a:t>逐构象计算实验可观测量，再按统计权重求平均：〈O〉 = Σ w · O。所以“模型生成很多结构”并不自动等于得到可信的统计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3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研究地图：AI–IDP 研究链条与三个判断问题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IDR 序列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序列性质</a:t>
            </a: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159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构象系综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相互作用 / LLPS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生物学功能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/>
                <a:ea typeface="Microsoft YaHei"/>
              </a:rPr>
              <a:t>binder / interface peptide</a:t>
            </a: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/>
                <a:ea typeface="Microsoft YaHei"/>
              </a:rPr>
              <a:t>工程设计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Q1　生成是否可信？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能否从一条序列生成覆盖合理、局部结构可信的 ensemble？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关注：分布覆盖、实验约束、非唯一性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Q2　ensemble 是否真的有用？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在 sequence + environment 之外，ensemble 能否稳定提升功能预测？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关注：严格对照、跨环境泛化、消融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959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>
                <a:solidFill>
                  <a:srgbClr val="153A2A"/>
                </a:solidFill>
                <a:latin typeface="Arial"/>
                <a:ea typeface="Microsoft YaHei"/>
              </a:rPr>
              <a:t>Q3　能否走向设计？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能否设计 IDR 序列、binder 或凝聚体界面定位肽？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关注：设计目标、筛选终点、实验验证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本汇报的路线：先用统一评价框架判断“生成得对不对”，再检验 ensemble 的功能增益，最后进入设计任务。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4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评价框架：生成只是起点，必须形成验证闭环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12648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2104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① 实验观测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SAXS：全局尺寸与形状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PRE、smFRET：距离与接触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NMR：局部构象倾向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58640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8096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② 计算生成与整合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MD / 粗粒化 / 知识库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机器学习生成模型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最大熵或统计重加权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04632" y="1152144"/>
            <a:ext cx="3480816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4088" y="1371600"/>
            <a:ext cx="3041904" cy="10370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③ 验证与比较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物理与几何合理性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互补实验交叉验证</a:t>
            </a:r>
          </a:p>
          <a:p>
            <a:pPr>
              <a:lnSpc>
                <a:spcPct val="128000"/>
              </a:lnSpc>
              <a:spcAft>
                <a:spcPts val="250"/>
              </a:spcAft>
            </a:pPr>
            <a:r>
              <a:rPr sz="1300" b="0">
                <a:solidFill>
                  <a:srgbClr val="153A2A"/>
                </a:solidFill>
                <a:latin typeface="Arial"/>
                <a:ea typeface="Microsoft YaHei"/>
              </a:rPr>
              <a:t>分布距离与功能相关性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" y="3163824"/>
            <a:ext cx="10972800" cy="1755648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0392" y="3310128"/>
            <a:ext cx="10424160" cy="223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153A2A"/>
                </a:solidFill>
                <a:latin typeface="Arial"/>
                <a:ea typeface="Microsoft YaHei"/>
              </a:rPr>
              <a:t>闭环中的关键桥梁：forward model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候选构象与权重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923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927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预测实验可观测量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6811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8815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与真实观测比较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822191"/>
            <a:ext cx="3200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57032" y="3730752"/>
            <a:ext cx="21488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调整权重 / 模型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4370832"/>
            <a:ext cx="1042416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互补数据约束同一个 ensemble，避免只拟合一个平均量。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5102352"/>
            <a:ext cx="10972800" cy="58801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2648" y="5102352"/>
            <a:ext cx="54864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6968" y="528523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综述在本汇报中承担“评价框架”的角色：判断 STARLING、IDPFold 等输出是否真的可解释、可比较。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0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2095500"/>
                </a:moveTo>
                <a:cubicBezTo>
                  <a:pt x="2381250" y="0"/>
                  <a:pt x="4381500" y="2095500"/>
                  <a:pt x="6953250" y="1428750"/>
                </a:cubicBezTo>
                <a:cubicBezTo>
                  <a:pt x="9525000" y="762000"/>
                  <a:pt x="10287000" y="47625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51" name="footer-10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9" name="Rectangle 4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5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Benchmark：不是“再测一次”，而是统一条件下的盲测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612648" y="1152144"/>
            <a:ext cx="10972800" cy="720280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12648" y="1152144"/>
            <a:ext cx="54864" cy="72028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1298448"/>
            <a:ext cx="10497312" cy="427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定义｜固定靶标、环境条件、可观测量与评分规则，用未公开验证数据比较不同方法的真实泛化能力。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5C6E63"/>
                </a:solidFill>
                <a:latin typeface="Arial"/>
                <a:ea typeface="Microsoft YaHei"/>
              </a:rPr>
              <a:t>普通论文自测常使用不同数据、不同参考系综与不同指标，结果不能直接横向比较。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7240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独立整理数据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8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多类 IDP / IDR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多种互补实验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明确实验条件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36391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28999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3593591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59351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提交 ensemble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79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统一输入格式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禁止查看盲测标签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同时报告计算成本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52744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1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6409943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5703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统一自动评分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28231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held-out 数据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全局 + 局部 + 分布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不确定性与残差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69096" y="2926079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07A3D"/>
                </a:solidFill>
                <a:latin typeface="Arial"/>
                <a:ea typeface="Microsoft YaHei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61703" y="2176272"/>
            <a:ext cx="2523744" cy="1810512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226295" y="2340864"/>
            <a:ext cx="292608" cy="292608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92055" y="2350008"/>
            <a:ext cx="1865376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持续公开结果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4583" y="2779776"/>
            <a:ext cx="2157984" cy="695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方法排名与指标剖面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失败案例可追踪</a:t>
            </a:r>
          </a:p>
          <a:p>
            <a:pPr>
              <a:lnSpc>
                <a:spcPct val="126000"/>
              </a:lnSpc>
              <a:spcAft>
                <a:spcPts val="25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新数据循环更新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2648" y="4151376"/>
            <a:ext cx="10972800" cy="969835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2648" y="4151376"/>
            <a:ext cx="54864" cy="969835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92" y="4288536"/>
            <a:ext cx="10497312" cy="695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IDP-Bench 要控制的变量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同一靶标与条件　｜　同一实验观测　｜　同一 forward model 或明确版本　｜　同一评分代码　｜　盲测集不参与训练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目标不是选出“万能冠军”，而是知道每种方法在哪类序列、尺度与观测上可靠或失效。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504688"/>
            <a:ext cx="10058400" cy="160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5C6E63"/>
                </a:solidFill>
                <a:latin typeface="Arial"/>
                <a:ea typeface="Microsoft YaHei"/>
              </a:rPr>
              <a:t>依据：Towards a Unified Framework… 提出的 IDP-Bench 四阶段双年周期与盲测原则。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1"/>
          <p:cNvSpPr/>
          <p:nvPr/>
        </p:nvSpPr>
        <p:spPr>
          <a:xfrm>
            <a:off x="0" y="1476375"/>
            <a:ext cx="12192000" cy="2619375"/>
          </a:xfrm>
          <a:custGeom>
            <a:avLst/>
            <a:gdLst/>
            <a:ahLst/>
            <a:cxnLst/>
            <a:rect l="l" t="t" r="r" b="b"/>
            <a:pathLst>
              <a:path w="12192000" h="2619375">
                <a:moveTo>
                  <a:pt x="0" y="2619375"/>
                </a:moveTo>
                <a:cubicBezTo>
                  <a:pt x="2476500" y="0"/>
                  <a:pt x="4191000" y="2286000"/>
                  <a:pt x="6858000" y="1857375"/>
                </a:cubicBezTo>
                <a:cubicBezTo>
                  <a:pt x="9525000" y="1428750"/>
                  <a:pt x="10287000" y="333375"/>
                  <a:pt x="12192000" y="1571625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7" name="footer-11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5" name="Rectangle 3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6</a:t>
              </a: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怎么评价 ensemble：几何、实验、分布与稳健性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2648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3816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01　物理与几何有效性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键长、键角、扭转角、碰撞。先排除“不像蛋白”的样本，但通过这一层不等于分布正确。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44568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02　全局 ensemble 一致性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44568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SAXS χ²：散射曲线拟合；P(r) KL：整体距离分布差异；同时报告 Rg 与端到端距离分布。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74152" y="115214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75320" y="133502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03　局部与长程约束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171907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PRE RMSE：瞬时长程接触；RDC Q-factor：局部取向；smFRET Wasserstein：距离分布。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04　分布而非只看均值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JS / Wasserstein / Hellinger 距离；图与接触概率的完整分布；检查覆盖不足与模式坍缩。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05　泛化与交叉验证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639312"/>
            <a:ext cx="3108960" cy="412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留出一种观测再预测它；新序列 / 新长度 / 新环境；避免只复现训练或重加权数据。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74152" y="3072384"/>
            <a:ext cx="3511296" cy="173736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75320" y="3255264"/>
            <a:ext cx="31089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007A3D"/>
                </a:solidFill>
                <a:latin typeface="Arial"/>
                <a:ea typeface="Microsoft YaHei"/>
              </a:rPr>
              <a:t>06　不确定性与效率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639312"/>
            <a:ext cx="3108960" cy="619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30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实验误差 + forward model 误差；bootstrap / 置信区间 / 残差；采样成本与有效独立样本数。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8" y="4992624"/>
            <a:ext cx="10972800" cy="5880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5175504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评分原则：综合分数便于排序，但必须公开各指标剖面；单一 Rg、距离图或实验拟合都不足以证明 ensemble 正确。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7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GOOSE：可控 IDR 序列设计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1｜GOOSE 的序列设计流程与性质控制结果（源自原文）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怎样根据预设的序列或聚合物性质，反向生成 IDR 序列？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输入：长度、电荷、疏水性、κ 等目标性质。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输出：满足约束的 IDR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性质命中率、序列多样性，以及与天然 IDR 的比较。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GOOSE 主要设计序列，不直接输出具有统计权重的三维 ensemble。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8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STARLING：快速构象系综生成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1｜STARLING 模型结构与生成结果（源自原文）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能否从序列和条件，快速生成大量相互一致的 IDR 构象？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输入：IDR 序列及论文支持的环境条件。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输出：残基距离表示与三维构象集合。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采样速度、全局尺寸分布，以及与参考 ensemble 的一致性。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样本仍受训练 ensemble 与力场质量的限制。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9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IDPFold：残基刚体扩散生成 ensemble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107" y="1280160"/>
            <a:ext cx="3997520" cy="39227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1｜IDPFold 的扩散去噪框架与主链输出（源自原文）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1188720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输入、输出与证据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输入：氨基酸序列。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输出：多次采样的主链构象与扭转角。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证据：同时检查全局尺寸与局部结构。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706793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样本不提供状态转换速率，也不能自动解释为真实平衡权重。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728296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与 STARLING 的区别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STARLING 强调快速采样与距离表示；IDPFold 强调残基刚体、主链几何与扩散生成。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共同局限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都依赖参考 ensemble / 模拟分布，“生成得像”不等于“真实权重与动力学正确”。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10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LLPSense：环境信息有用，但 ensemble 机制尚未证明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3" name="Picture 32" descr="llpsens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275" y="1280160"/>
            <a:ext cx="4291184" cy="39227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1｜LLPSense 的数据流与预测表现（源自原文）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1188720"/>
            <a:ext cx="4956048" cy="12185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论文能够支持的判断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输入：序列特征 + 原文定义的环境变量。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输出：分类、分数或相边界。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重点：环境条件是否改善独立测试表现。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意义：功能行为不能只看序列本身。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453129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论文尚不能支持的判断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没有显式使用 ensemble，就不能说明“构象分布 → 多价相互作用 → LLPS”这一机制成立。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真正的断点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ensemble 是否比 sequence + environment 提供额外信息？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11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如何验证 ensemble 是否提供额外信息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一、固定数据与划分，只改变模型输入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M1　仅序列　　sequence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回答：序列本身能做到什么程度？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" y="2370709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12648" y="2370709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3816" y="248958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M2　序列 + 环境　　sequence + condition → LLPS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回答：盐、温度、浓度等条件是否带来增益？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3168650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" y="3168650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" y="3287522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M3　序列 + 环境 + ensemble　　加入构象统计特征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/>
                <a:ea typeface="Microsoft YaHei"/>
              </a:rPr>
              <a:t>回答：在公平对照下，ensemble 是否仍提供额外信息？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>
                <a:solidFill>
                  <a:srgbClr val="007A3D"/>
                </a:solidFill>
                <a:latin typeface="Arial"/>
                <a:ea typeface="Microsoft YaHei"/>
              </a:rPr>
              <a:t>二、避免“看起来提升”的四项检查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0" y="164592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75704" y="159105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数据划分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按蛋白而不是按样本随机划分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29400" y="216408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75704" y="2109216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跨环境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训练条件之外测试泛化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29400" y="2682240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75704" y="262737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消融实验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去掉 Rg、接触或局部结构特征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9400" y="320039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775704" y="314553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跨生成器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更换 STARLING / IDPFold / CALVADOS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29400" y="3718559"/>
            <a:ext cx="45720" cy="289560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75704" y="3663695"/>
            <a:ext cx="4809744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评价</a:t>
            </a:r>
          </a:p>
          <a:p>
            <a:pPr>
              <a:lnSpc>
                <a:spcPct val="122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预测性能、校准、跨条件稳定性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0392" y="5193792"/>
            <a:ext cx="10497312" cy="692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53A2A"/>
                </a:solidFill>
                <a:latin typeface="Arial"/>
                <a:ea typeface="Microsoft YaHei"/>
              </a:rPr>
              <a:t>判定标准</a:t>
            </a: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支持：M3 在蛋白级划分、跨环境和跨生成器测试中仍稳定优于 M2。</a:t>
            </a: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不支持：提升只来自数据泄漏、某个生成器偏差，或加入序列长度等简单特征后消失。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12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柔性 IDR 靶标的 binder 设计：方法、证据与边界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binder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497" y="1280160"/>
            <a:ext cx="5280741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1｜面向柔性靶标的扩散式 binder 设计与实验验证（源自原文）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靶标没有固定结构时，怎样设计能够结合它的有结构蛋白？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29298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输入：选定 IDR 靶序列。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输出：结合态靶构象、binder 主链与 binder 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64553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论文证明了什么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柔性靶序列可以在设计过程中形成兼容的结合构象；设计的 binder 具有稳定折叠；部分候选通过亲和力与特异性实验。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论文没有证明什么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没有恢复完整自由态 ensemble；一个 binder 不需要覆盖所有自由构象；AF2 置信度不能替代结合实验。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13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凝聚体界面的 de novo 肽设计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35" name="Picture 34" descr="peptide_fi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068414"/>
            <a:ext cx="5550407" cy="234626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/>
                <a:ea typeface="Microsoft YaHei"/>
              </a:rPr>
              <a:t>Figure 1｜界面定位肽的设计流程与富集验证（源自原文）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核心问题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怎样设计能够优先定位在生物分子凝聚体界面的短肽？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输入与输出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输入：按原文填写的凝聚体与设计条件。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输出：具有界面定位偏好的新肽序列。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关键证据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用显微图与定量富集指标证明肽位于界面，而不是只进入凝聚体内部。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/>
                <a:ea typeface="Microsoft YaHei"/>
              </a:rPr>
              <a:t>汇报边界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/>
                <a:ea typeface="Microsoft YaHei"/>
              </a:rPr>
              <a:t>面向凝聚体介观环境，不等同于针对单个 IDR 靶点设计 binder。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14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从六篇论文得到的证据、缺口与可做任务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研究环节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代表工作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已经证明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仍未证明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/>
                <a:ea typeface="Microsoft YaHei"/>
              </a:rPr>
              <a:t>可做任务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性质 → 序列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GOOSE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可按长度、电荷、疏水性等性质生成多样 IDR 序列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目标性质是否转化为真实功能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加入 ensemble 或功能奖励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序列 → ensemble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STARLING / IDPFold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可快速生成大量构象，覆盖全局与局部统计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真实平衡权重、动力学及跨条件迁移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统一数据与实验约束下的模型评测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环境 → LLPS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LLPSense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环境信息有助于预测相分离相关行为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ensemble 是否提供额外且可迁移的信息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M1 / M2 / M3 严格对照与跨环境测试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IDR → binder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Diffusing protein binders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可生成稳定 binder 并识别兼容结合构象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是否覆盖多状态与动态靶向需求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多构象条件设计与鲁棒性筛选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/>
                <a:ea typeface="Microsoft YaHei"/>
              </a:rPr>
              <a:t>凝聚体 → 定位肽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/>
                <a:ea typeface="Microsoft YaHei"/>
              </a:rPr>
              <a:t>interface peptide design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可设计界面富集的短肽分子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跨凝聚体泛化与机制可解释性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/>
                <a:ea typeface="Microsoft YaHei"/>
              </a:rPr>
              <a:t>环境依赖的功能设计与多目标设计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/>
                <a:ea typeface="Microsoft YaHei"/>
              </a:rPr>
              <a:t>综合判断：论文已解决局部任务，但 “ensemble → function” 的可迁移连接仍是最清楚的研究缺口。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Arial"/>
                  <a:ea typeface="Microsoft YaHei"/>
                </a:rPr>
                <a:t>15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三个可落地的计算研究方向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低风险 / 先建立基线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方向一　统一评测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数据：相同序列、条件与观测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基线：STARLING / IDPFold / CALVADOS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指标：Rg、接触、局部结构、覆盖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产出：benchmark、误差分析、工具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风险：创新性取决于数据与评价设计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/>
                <a:ea typeface="Microsoft YaHei"/>
              </a:rPr>
              <a:t>中风险 / 最推荐切入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方向二　ensemble 增强 LLPS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数据：序列、环境、LLPS 标签 / 读数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基线：M1 序列；M2 序列 + 环境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方法：M3 加入 ensemble 统计特征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指标：性能、校准、跨环境泛化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风险：必须控制数据泄漏与生成器偏差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/>
                <a:ea typeface="Microsoft YaHei"/>
              </a:rPr>
              <a:t>高风险 / 后续拓展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/>
                <a:ea typeface="Microsoft YaHei"/>
              </a:rPr>
              <a:t>方向三　ensemble-aware 设计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对象：IDR 序列、binder 或定位肽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奖励：ensemble、LLPS、聚集风险与序列多样性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基线：单状态或单目标设计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指标：鲁棒性、特异性、跨状态表现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/>
                <a:ea typeface="Microsoft YaHei"/>
              </a:rPr>
              <a:t>· 风险：验证成本最高，需外部合作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</a:rPr>
              <a:t>建议顺序：统一评测建立可信基线 → 验证 ensemble 的功能增益 → 再进入多目标设计。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/>
                <a:ea typeface="Microsoft YaHei"/>
              </a:rPr>
              <a:t>结论与讨论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三条结论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1. 概念层面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IDP / IDR 的“无序”指没有单一主导结构；描述它们必须用带统计权重的 ensemble，而不是一条结构。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5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2. 方法层面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GOOSE、STARLING、IDPFold 已能生成序列与构象；但“生成得像”不等于权重与动力学正确。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3"/>
            <a:ext cx="5129783" cy="6134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>
                <a:solidFill>
                  <a:srgbClr val="153A2A"/>
                </a:solidFill>
                <a:latin typeface="Arial"/>
                <a:ea typeface="Microsoft YaHei"/>
              </a:rPr>
              <a:t>3. 评价层面</a:t>
            </a:r>
          </a:p>
          <a:p>
            <a:pPr>
              <a:lnSpc>
                <a:spcPct val="128000"/>
              </a:lnSpc>
            </a:pPr>
            <a:r>
              <a:rPr sz="1250" b="0">
                <a:solidFill>
                  <a:srgbClr val="5C6E63"/>
                </a:solidFill>
                <a:latin typeface="Arial"/>
                <a:ea typeface="Microsoft YaHei"/>
              </a:rPr>
              <a:t>只有在统一靶标、条件与观测下的盲测，配合分布级指标，才能比较不同方法。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/>
                <a:ea typeface="Microsoft YaHei"/>
              </a:rPr>
              <a:t>建议与下一步</a:t>
            </a: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最值得投入的切入点是“ensemble 是否提供额外信息”的严格对照实验（M1 / M2 / M3）。</a:t>
            </a: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优先统一数据与评价口径：按蛋白划分、跨环境测试、跨生成器消融。</a:t>
            </a: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设计类任务（binder、界面肽）验证成本最高，建议先建立评测基线再进入。</a:t>
            </a: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>
                <a:solidFill>
                  <a:srgbClr val="153A2A"/>
                </a:solidFill>
                <a:latin typeface="Arial"/>
                <a:ea typeface="Microsoft YaHei"/>
              </a:rPr>
              <a:t>· 需要外部实验合作，才能把“分布正确”从计算结论推进到可检验结论。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/>
                <a:ea typeface="Microsoft YaHei"/>
              </a:rPr>
              <a:t>谢谢！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/>
                <a:ea typeface="Microsoft YaHei"/>
              </a:rPr>
              <a:t>欢迎老师与同学批评指正。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2928</Words>
  <Application>Microsoft Office PowerPoint</Application>
  <PresentationFormat>宽屏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Arial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文泽 武</cp:lastModifiedBy>
  <cp:revision>3</cp:revision>
  <dcterms:created xsi:type="dcterms:W3CDTF">2026-09-25T08:55:11Z</dcterms:created>
  <dcterms:modified xsi:type="dcterms:W3CDTF">2026-09-25T10:14:41Z</dcterms:modified>
  <cp:category/>
  <cp:contentStatus/>
  <dc:language>zh-CN</dc:language>
</cp:coreProperties>
</file>