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61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Generation of Conformational Ensembles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Intrinsically Disordered Proteins with IDPFold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Junjie Zhu et al.  ·  Advanced Science  · 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63240"/>
            <a:ext cx="9784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从单条氨基酸序列直接生成内在无序蛋白构象系综：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ESM2序列表征 + SE(3)等变几何扩散 + 主链框架去噪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汇报人：李叶霖    时间：2026.09.20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A5A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U A Z H O N G   A G R I C U L T U R A L   U N I V E R S I T 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研究问题与现有方法的不足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8412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8915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10607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IDP/IDR不存在唯一稳定结构，功能来自整个构象分布，而不是单一“最优结构”。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评价对象应从一个坐标文件转向 p(X | sequence)：尺寸、接触、局部二级结构及实验平均量。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289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现有方法的不足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全原子MD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局部细节充分，但长时间采样昂贵，结果受力场和收敛影响。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507992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粗粒化MD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90872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可覆盖整体尺寸与相行为，但局部主链和侧链细节有限。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238744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7EEF0"/>
          </a:solidFill>
          <a:ln w="12700">
            <a:solidFill>
              <a:srgbClr val="D9A2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5048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单结构预测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21624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AlphaFold类模型给出单个构象，不能代表IDP的宽分布。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1005840" y="498348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EAF4EE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4440" y="52029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核心问题：能否只输入氨基酸序列，快速生成兼顾全局尺寸与局部主链细节的 IDP 构象系综？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核心思路与创新点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1143000"/>
            <a:ext cx="3566160" cy="5303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Sequence-to-ensemble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ESM2-650M提取单序列上下文；条件扩散从随机主链框架反复采样，输出多个构象。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63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p(X|s)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165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16552" y="1143000"/>
            <a:ext cx="3566160" cy="53035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两阶段训练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908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先用实验折叠结构学习合法主链几何，再用IDP模拟系综微调分布。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6725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geometry → IDP ensemble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027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02752" y="1143000"/>
            <a:ext cx="3566160" cy="530352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全局与局部兼顾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5770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同时检查 Rg、构象分布、二级结构、化学位移和J-coupling，而非只匹配平均尺寸。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5587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size + local structure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0" y="4983480"/>
            <a:ext cx="9966960" cy="713232"/>
          </a:xfrm>
          <a:prstGeom prst="roundRect">
            <a:avLst>
              <a:gd name="adj" fmla="val 6410"/>
            </a:avLst>
          </a:prstGeom>
          <a:solidFill>
            <a:srgbClr val="F6FAF7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5184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与STARLING的侧重点不同：IDPFold更强调原子级主链几何与局部实验观测；代价是采样速度明显慢于秒级生成模型。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Method：IDPFold整体框架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单序列条件下的SE(3)扩散生成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0" name="Image 1" descr="E:\Obsidian\paper\论文\IDR IDP\Accurate Generation of Conformational Ensembles for Intrinsically Disordered Proteins with IDPFold\Figures\Figure 1 IDPFold模型架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41248"/>
            <a:ext cx="1097280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5349240"/>
            <a:ext cx="10561320" cy="658368"/>
          </a:xfrm>
          <a:prstGeom prst="roundRect">
            <a:avLst>
              <a:gd name="adj" fmla="val 6944"/>
            </a:avLst>
          </a:prstGeom>
          <a:solidFill>
            <a:srgbClr val="F6FAF7"/>
          </a:solidFill>
          <a:ln w="12700">
            <a:solidFill>
              <a:srgbClr val="B7CC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5541264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输入序列 → ESM2特征 → 初始化 s₀、z₀ 与带噪框架 Tₜ → 4个Denoising Blocks → 预测干净主链；重复随机采样得到ensemble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Method：Denoising Block的数据流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同一扩散时刻t内，4个网络层逐步精修表示与框架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2344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sₗ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07592" y="1344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256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7357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532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307592" y="2532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残基对特征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L × 128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2E6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FA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Tₜ⁽ˡ⁾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07592" y="3721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位置 + 朝向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刚体框架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30632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363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IPA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43251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5F66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残差 +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LayerNorm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59253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7357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75255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38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Node MLP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91257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640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371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Frame Update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2606040" y="1636776"/>
            <a:ext cx="457200" cy="786384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606040" y="2825496"/>
            <a:ext cx="457200" cy="-420624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2606040" y="4014216"/>
            <a:ext cx="457200" cy="-1581912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492240" y="338328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3EFF9"/>
          </a:solidFill>
          <a:ln w="17780">
            <a:solidFill>
              <a:srgbClr val="7357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2940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Edge Update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7114032" y="2816352"/>
            <a:ext cx="0" cy="54864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8366760" y="3675888"/>
            <a:ext cx="914400" cy="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0" name="Text 37"/>
          <p:cNvSpPr/>
          <p:nvPr/>
        </p:nvSpPr>
        <p:spPr>
          <a:xfrm>
            <a:off x="9326880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zₗ₊₁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3108960" y="4343400"/>
            <a:ext cx="6995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注意：t 是扩散噪声等级；l 是Denoising Block层号。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zₗ不是概率，Tₜ才是当前带噪三维结构。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685800" y="5349240"/>
            <a:ext cx="10744200" cy="54864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55138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外层约1000个扩散步反复调用这套4-block网络：网络先预测 T̂₀，再由FrameDiffuser计算score并执行 Tₜ → Tₜ₋Δₜ。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Method：训练策略与目标函数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5800" y="10515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DF5FA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98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Stage 1  实验结构预训练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学习合法的局部主链几何与蛋白结构先验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训练样本覆盖大量折叠蛋白实验结构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5879592" y="1645920"/>
            <a:ext cx="502920" cy="548640"/>
          </a:xfrm>
          <a:prstGeom prst="chevron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05156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8F1E8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Stage 2  IDP系综微调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12280" y="1783080"/>
            <a:ext cx="4343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利用IDP模拟构象学习宽分布与无序特征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模型继承模拟数据与力场的偏差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14400" y="3246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训练时：从真实结构 T₀ 随机抽 t ~ Uniform(0.01,1)，直接构造带噪框架 Tₜ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DSM / score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51560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学习逆扩散方向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51560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1.00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36008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Backbone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18888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约束主链原子几何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818888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403336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Pairwise distance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586216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约束整体残基距离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586216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" y="551383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辅助几何损失主要在低噪声阶段启用；模型输出的是平衡分布样本，不是带物理时间的MD轨迹。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Result：全局尺寸预测与方法对照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2 全局Rg验证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6903720" cy="4526280"/>
          </a:xfrm>
          <a:prstGeom prst="rect">
            <a:avLst/>
          </a:prstGeom>
        </p:spPr>
      </p:pic>
      <p:pic>
        <p:nvPicPr>
          <p:cNvPr id="10" name="Image 2" descr="E:\Obsidian\paper\论文\IDR IDP\Accurate Generation of Conformational Ensembles for Intrinsically Disordered Proteins with IDPFold\Figures\Table 1 方法基准比较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914400"/>
            <a:ext cx="406908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35240" y="342900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核心观察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882128" y="4041648"/>
            <a:ext cx="33375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58个去除训练重叠的IDP体系上，平均Rg相对误差约 −0.06。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不仅比较平均Rg，还比较完整Rg分布。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并非每项都最优：CALVADOS 2的 |εRg|=0.02；J-coupling也不是表中最佳。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结论应表述为“多项全局与局部指标取得较好平衡”，而不是全面超过所有方法。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Result：是否学到正确的构象分布？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3 系综分布与聚类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745236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05156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Figure 3读图主线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94192" y="1847088"/>
            <a:ext cx="29718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比较IDPFold、CALVADOS与参考模拟系综。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Rg–RMSD二维密度展示构象覆盖范围，而非单个平均值。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聚类权重检验模型能否覆盖多个主要构象亚群。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二维投影仍可能掩盖高维差异，需要距离图、接触图和实验观测继续验证。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83667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重点：IDP任务要比较“分布形状与亚群权重”，不能只看一个Rg。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Result与评价：局部结构、实验一致性及局限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4 全原子MD与实验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681228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932688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主要价值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18120" y="1572768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主链框架允许直接评价二级结构、chemical shift和J-coupling。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局部指标用于排除“Rg正确但内部结构错误”的随机链。</a:t>
            </a:r>
            <a:endParaRPr lang="en-US" sz="1420" dirty="0"/>
          </a:p>
        </p:txBody>
      </p:sp>
      <p:sp>
        <p:nvSpPr>
          <p:cNvPr id="13" name="Shape 9"/>
          <p:cNvSpPr/>
          <p:nvPr/>
        </p:nvSpPr>
        <p:spPr>
          <a:xfrm>
            <a:off x="7543800" y="3090672"/>
            <a:ext cx="4069080" cy="2450592"/>
          </a:xfrm>
          <a:prstGeom prst="roundRect">
            <a:avLst>
              <a:gd name="adj" fmla="val 2239"/>
            </a:avLst>
          </a:prstGeom>
          <a:solidFill>
            <a:srgbClr val="FAF0F0"/>
          </a:solidFill>
          <a:ln w="12700">
            <a:solidFill>
              <a:srgbClr val="D8A4A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812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必须保留的局限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818120" y="3721608"/>
            <a:ext cx="35204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训练目标依赖模拟系综，可能继承力场偏差。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主要benchmark体系数量有限，外推范围尚不充分。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模型生成独立样本，不提供转换速率和亚稳态寿命。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未显式输入温度、pH、盐浓度等环境条件。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914400" y="56967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总体判断：这是“序列 → 主链级构象系综”的有力证明，但还不是替代实验和MD的最终答案。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研究启发与汇报结论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960120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① 最值得借鉴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97480" y="11064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把问题定义为sequence-to-ensemble，而不是单结构预测；评价必须覆盖分布。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777240" y="1947672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② 模型主线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97480" y="20939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ESM2编码序列；IPA在三维几何中传播信息；扩散从随机刚体框架生成多个主链构象。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77240" y="2935224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③ 不能过度解读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97480" y="3081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没有动力学时间；没有给每个构象显式概率；部分组件也缺少针对性消融。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77240" y="3922776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105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④ 可继续推进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697480" y="4069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加入离子强度/温度等条件，扩充实验约束，和STARLING、CALVADOS做统一benchmark。</a:t>
            </a:r>
            <a:endParaRPr lang="en-US" sz="1480" dirty="0"/>
          </a:p>
        </p:txBody>
      </p:sp>
      <p:pic>
        <p:nvPicPr>
          <p:cNvPr id="21" name="Image 1" descr="E:\Obsidian\paper\论文\IDR IDP\Accurate Generation of Conformational Ensembles for Intrinsically Disordered Proteins with IDPFold\template_assets\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983480"/>
            <a:ext cx="6263640" cy="7132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5705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Huazhong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Generation of Conformational Ensembles for Intrinsically Disordered Proteins with IDPFold</dc:title>
  <dc:subject>IDPFold论文组会汇报</dc:subject>
  <dc:creator>李叶霖</dc:creator>
  <cp:lastModifiedBy>李叶霖</cp:lastModifiedBy>
  <cp:revision>1</cp:revision>
  <dcterms:created xsi:type="dcterms:W3CDTF">2026-09-20T02:39:56Z</dcterms:created>
  <dcterms:modified xsi:type="dcterms:W3CDTF">2026-09-20T02:39:56Z</dcterms:modified>
</cp:coreProperties>
</file>