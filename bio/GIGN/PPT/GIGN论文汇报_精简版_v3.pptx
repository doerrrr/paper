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f94a2923e43f3" /><Relationship Type="http://schemas.openxmlformats.org/officeDocument/2006/relationships/extended-properties" Target="/docProps/app.xml" Id="R29991a8cbd3e4832" /><Relationship Type="http://schemas.openxmlformats.org/officeDocument/2006/relationships/officeDocument" Target="/ppt/presentation.xml" Id="R2e33f3a61452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a58fc8be5c41ab"/>
  </p:sldMasterIdLst>
  <p:notesMasterIdLst>
    <p:notesMasterId xmlns:r="http://schemas.openxmlformats.org/officeDocument/2006/relationships" r:id="Re1fdaca6cfbb471c"/>
  </p:notesMasterIdLst>
  <p:sldIdLst>
    <p:sldId xmlns:r="http://schemas.openxmlformats.org/officeDocument/2006/relationships" id="256" r:id="Rf70b7022b88d4545"/>
    <p:sldId xmlns:r="http://schemas.openxmlformats.org/officeDocument/2006/relationships" id="257" r:id="Rc34c7e35791b4f95"/>
    <p:sldId xmlns:r="http://schemas.openxmlformats.org/officeDocument/2006/relationships" id="258" r:id="R80e2e3f48b8c4ac2"/>
    <p:sldId xmlns:r="http://schemas.openxmlformats.org/officeDocument/2006/relationships" id="259" r:id="R0c92e61ca3924ecf"/>
    <p:sldId xmlns:r="http://schemas.openxmlformats.org/officeDocument/2006/relationships" id="260" r:id="R850f026626504fe0"/>
    <p:sldId xmlns:r="http://schemas.openxmlformats.org/officeDocument/2006/relationships" id="261" r:id="R0925edbd10304a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7293eabdf48b4" /><Relationship Type="http://schemas.openxmlformats.org/officeDocument/2006/relationships/slideMaster" Target="/ppt/slideMasters/slideMaster1.xml" Id="R9ca58fc8be5c41ab" /><Relationship Type="http://schemas.openxmlformats.org/officeDocument/2006/relationships/notesMaster" Target="/ppt/notesMasters/notesMaster1.xml" Id="Re1fdaca6cfbb471c" /><Relationship Type="http://schemas.openxmlformats.org/officeDocument/2006/relationships/presProps" Target="/ppt/presProps.xml" Id="R83e64fba06a04c3e" /><Relationship Type="http://schemas.openxmlformats.org/officeDocument/2006/relationships/tableStyles" Target="/ppt/tableStyles.xml" Id="Rafb63258d6c747ab" /><Relationship Type="http://schemas.openxmlformats.org/officeDocument/2006/relationships/slide" Target="/ppt/slides/slide1.xml" Id="Rf70b7022b88d4545" /><Relationship Type="http://schemas.openxmlformats.org/officeDocument/2006/relationships/slide" Target="/ppt/slides/slide2.xml" Id="Rc34c7e35791b4f95" /><Relationship Type="http://schemas.openxmlformats.org/officeDocument/2006/relationships/slide" Target="/ppt/slides/slide3.xml" Id="R80e2e3f48b8c4ac2" /><Relationship Type="http://schemas.openxmlformats.org/officeDocument/2006/relationships/slide" Target="/ppt/slides/slide4.xml" Id="R0c92e61ca3924ecf" /><Relationship Type="http://schemas.openxmlformats.org/officeDocument/2006/relationships/slide" Target="/ppt/slides/slide5.xml" Id="R850f026626504fe0" /><Relationship Type="http://schemas.openxmlformats.org/officeDocument/2006/relationships/slide" Target="/ppt/slides/slide6.xml" Id="R0925edbd10304a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188e7e5ca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ccfccc650421e" /><Relationship Type="http://schemas.openxmlformats.org/officeDocument/2006/relationships/notesMaster" Target="/ppt/notesMasters/notesMaster1.xml" Id="R33a4b6d0813b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1267c5fa241b3" /><Relationship Type="http://schemas.openxmlformats.org/officeDocument/2006/relationships/notesMaster" Target="/ppt/notesMasters/notesMaster1.xml" Id="R2e1587b0e15d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2fc4b8b6544406" /><Relationship Type="http://schemas.openxmlformats.org/officeDocument/2006/relationships/notesMaster" Target="/ppt/notesMasters/notesMaster1.xml" Id="Rbfda78d1b56340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5c3d9e0ae4239" /><Relationship Type="http://schemas.openxmlformats.org/officeDocument/2006/relationships/notesMaster" Target="/ppt/notesMasters/notesMaster1.xml" Id="R89d328dcc11c4a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b3c0c1e5b541c1" /><Relationship Type="http://schemas.openxmlformats.org/officeDocument/2006/relationships/notesMaster" Target="/ppt/notesMasters/notesMaster1.xml" Id="Rc88f72a08be14f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ab0a3a4594f87" /><Relationship Type="http://schemas.openxmlformats.org/officeDocument/2006/relationships/notesMaster" Target="/ppt/notesMasters/notesMaster1.xml" Id="R6120a1d5fa81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retains only the two core method innovations: relation-specific heterogeneous propagation and distance-based translation/rotation invariance.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2437012404d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9f3e9e25e4523" /><Relationship Type="http://schemas.openxmlformats.org/officeDocument/2006/relationships/slideLayout" Target="/ppt/slideLayouts/slideLayout1.xml" Id="Rf3f9d6a8a60c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9d6a8a60c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fee22ca449e0" /><Relationship Type="http://schemas.openxmlformats.org/officeDocument/2006/relationships/notesSlide" Target="/ppt/notesSlides/notesSlide1.xml" Id="R5497c61e302945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44659a3d145a1" /><Relationship Type="http://schemas.openxmlformats.org/officeDocument/2006/relationships/notesSlide" Target="/ppt/notesSlides/notesSlide2.xml" Id="R16a8e9668dfd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7d23aa120487f" /><Relationship Type="http://schemas.openxmlformats.org/officeDocument/2006/relationships/image" Target="/ppt/media/image.png" Id="Rd7c889a366554200" /><Relationship Type="http://schemas.openxmlformats.org/officeDocument/2006/relationships/notesSlide" Target="/ppt/notesSlides/notesSlide3.xml" Id="R6f8b2908c60f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44b7752f74a57" /><Relationship Type="http://schemas.openxmlformats.org/officeDocument/2006/relationships/notesSlide" Target="/ppt/notesSlides/notesSlide4.xml" Id="R7a98c4588b5f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b14050a3c4abf" /><Relationship Type="http://schemas.openxmlformats.org/officeDocument/2006/relationships/chart" Target="/ppt/slides/charts/chart1.xml" Id="Rc01bf13db3464a0c" /><Relationship Type="http://schemas.openxmlformats.org/officeDocument/2006/relationships/notesSlide" Target="/ppt/notesSlides/notesSlide5.xml" Id="Rd00aba419eed4b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59fa9e5584305" /><Relationship Type="http://schemas.openxmlformats.org/officeDocument/2006/relationships/chart" Target="/ppt/slides/charts/chart2.xml" Id="R863ea13db4d2404e" /><Relationship Type="http://schemas.openxmlformats.org/officeDocument/2006/relationships/notesSlide" Target="/ppt/notesSlides/notesSlide6.xml" Id="R53cd8f5a35ab4c1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77530-0FFF-44E3-857D-722939DF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18F1F-6BF8-4525-B781-2867BD45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D1A0-6330-4933-AD84-21B8A8E5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46F3-83A5-436C-9A4F-BA7429E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9C16-000E-406A-B833-3753BF6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8AA46-0ABE-4A77-B83B-C1B3993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FA6E2-D026-4C20-8A63-D213F7B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58653-E7BF-4E91-AEC8-751E40A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2E1C6-BF8E-4952-8152-1589953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164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D9259E-3289-4549-A6C1-E072D854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F1828-2F88-4CB4-BED7-B7280EF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E9241-D673-46A1-A7EE-2F85914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95909-4FB8-42A2-8B6E-5E56E46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4340-8859-4762-A627-256C0AA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54F83-8F53-4857-BA4B-2145C3A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04752-42CA-46BE-BE53-65F4AD7B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A3E5-A5CF-4E1E-A0F8-8852E7A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5C93-EA1D-4888-8E4A-FBCAD8D6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FB2A9-A14A-46AF-B6BF-1CE45C62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CECEC-68C6-48F2-9906-2E6C90C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40247-6F12-4D25-B691-D5DB623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3AD7-A587-4D48-B26F-A15D2FC4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结合亲和力（PLA）是候选化合物排序、虚拟筛选和先导化合物优化的重要依据。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01516-AD31-4092-BC7B-FD30E6C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EBB95-0AB4-41C6-BBB6-B61AA50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B6EE6-F42E-48B3-AAD4-A51FACA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4F2C4-1BBA-42B3-BC9D-7672DB5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A28DB-08E0-4A1C-A650-4AA36C9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F164F-6CF0-483A-8C73-1AAB2CFD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0EA02-B70F-4428-91A8-A297EA7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0DFEB-AF67-4D06-8921-D391225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89D17-E875-490C-9F42-76E8196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4B419-A797-4AAB-9322-E1A89B39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2DC01-DF12-45F9-AA20-7E01728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F32E5-067E-4866-A57D-EFD6170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B5CB4-6515-4DFE-B0E1-770DA539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32138-47FE-478B-BDF7-EC46F14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70822B-251C-4A82-B355-B1668E06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D3C13-BD25-4AF9-84D4-A6F78E8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E7351-6AC0-43D1-910E-6EAA9C7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4BDA0-AA10-420A-80B2-F15EAA30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DA26B-A2CB-4529-A2B0-41BD3FA0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体素表示计算开销较大；已有图模型还可能混合两类边，或分阶段处理分子内与分子间作用。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93A30-956E-48E1-BD89-61A9D390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368FF-ED62-43D1-937F-A40FD9A9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09346-256F-48DF-9723-633565D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1554403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98546-CBAF-4E79-8CD4-ABEAE2C4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3A876-A005-4F02-BCD5-73A0146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613F3-A349-49D0-B2FE-BC8541B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51143-4B07-49FA-B5DE-5AB1A0F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793A7-BB68-464E-B4D1-A85D33B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968FA-9D02-4487-9CFC-A71E346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46D53-2966-4047-A041-692A786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889a366554200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4B0E0-DB03-4471-97A0-1BF61FB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62664-BAA0-4742-9435-4B92EF82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FCF15-E192-4A70-9EBC-F5FE1A0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8EC39-89D2-4987-BCA6-B258C04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E42E5-E89A-47CB-A34B-1FFEE9A7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0C713-0471-46D4-9A2C-98953E6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E95AE-6BAF-4DB5-9AF2-9A8CF796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D030C-D6C6-4E28-9243-AF3E62F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0A949-0814-4079-A4E9-0CF1B49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4CA99-ABFC-432E-9982-94DE8E4D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760863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890A7B-3298-4B33-B75C-506AD178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TWO CORE INNOVATIONS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0A8E5-5367-4059-9369-17F6B78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C2AE5-317E-4E0F-A87E-1632C448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CB2AA-CA2D-4457-92BC-646D180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689DF-5B61-4D48-A774-64BD53F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94947-1BEB-4FBF-B327-A9DFA5A5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58816-F8D0-4CF7-8F0E-C6C9C570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9DA81-AF4B-49E7-9F0B-482F4916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786F7-B21E-41D7-B65E-DF2BBA1C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9EF82-B172-43D2-961A-6CD369D7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ED729-5683-44C9-AFB1-56877D9A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8CB00-64C0-4079-86FA-1359CAC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ADF2A-E24B-4858-8CED-6B6C2CD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47363-036B-41A8-AE9D-B044D8E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7DC6E-3A04-43AC-806D-14F5B6A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共价边 E_cov  →  求和聚合 m_cov  →  更新网络 U_cov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CC6CC-4FCB-45B7-AED1-D37F6EE3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D573A-F8A7-4EC5-B626-215404F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E_ncov  →  求和聚合 m_ncov  →  更新网络 U_ncov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CC7BA-1FC6-400B-BC58-F82C3C03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h_i^(t+1) = U_cov(h_i, m_cov) + U_ncov(h_i, m_ncov)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6763B-D21E-4EF9-B19B-6B2072B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7FE5D-F8F2-4818-BB1A-1DC7AC8A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AE300-A744-48BA-A410-36C3CE0A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B0EA-7FF8-4A36-A121-1B99A14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AC159-49B7-49BA-8F04-D82F8D6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1F022-5B80-420E-9364-9EE101E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D52F5-8205-4060-8E0D-EDF5D45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EFD0B-BBED-4207-BD60-B7591D6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6D026-B2F5-4555-AB7E-BC387A0A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FE9DF-DB55-4F9B-8522-F92FBA0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22AC6-C6DC-4E2E-A844-9EFF584D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坐标 r_i, r_j  →  d_ji = ||r_j − r_i||₂  →  RBF  →  Linear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5CEC2-71AC-4405-8C70-0FAB1BC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m_ji = h_j ⊙ λ(d_ji)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ED203-D3A7-4AE4-965B-B4EEC1E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7396A-6CBD-44E3-A9BE-A89795B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F(R, H) = F(QR + g, H)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2B5B4-0E33-4247-865A-363F15CA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C29271-AFD2-4E10-B8F9-A308978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5C88ED-722F-420E-B886-DF7C0F9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1855241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A35E3-492C-43E5-9A9F-AC6E432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C7FFC-07C7-499C-8445-C2413980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6DBAD-F720-4081-8BE5-08F7B69B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85F2-E8BE-4A0E-8393-CD36882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00F0B-5E6A-449C-B6E6-05D64B6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9159F-DA6F-4D96-83EA-3B9DFF4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1bf13db3464a0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F50F3-1162-45CE-9169-4EA7055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94889-9221-49B7-BEF5-ABAB498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12F31-DDCC-4466-9FB7-F05452D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5E32F-A2E5-4A8B-836E-73E004CC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78EE2-C10D-4287-88F2-21F8105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B2AA7-4913-4BC3-AE19-2454A35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7D0CE-6FF3-42B2-ADA2-995E5AB5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86573-C73F-48F9-AD87-85089DB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506FC-61C4-49D1-831E-7013E15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1696A-A665-424C-BD0C-438103F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63DDD-5931-4289-B22A-03591350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B4FB4-BA2B-4E8F-A872-1099C3D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FCD61-0EA0-43FD-A75B-3E5A3571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F1CD8-BCD9-4696-958C-B5F5601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4BCCF-D32A-4209-AD35-322A0932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1537372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580C9-F41F-4E81-9C5F-15E8E5C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E052C-65BB-4EE1-83F6-FB76F2B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65DBE-B1DD-4E7E-8E9C-EEDF543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F1EFC-7966-4279-A2EE-C32FA39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A9B0-C237-492D-BD05-9CA7CCC3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DEA1D-71D9-4F22-A578-5FB3D15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9D06-87BA-4622-8D29-A7E065E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3ea13db4d2404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0DF16-A0BF-48DD-8D68-917954E6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8FC0F-89AD-4FD0-9B57-E1A7A503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1BB99-0C9C-4164-8D04-B5E5FCF6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23780-4625-49E2-8F44-40482B0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3E0EB-6904-488C-8603-123B8A1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C5D5E-2C3A-44A5-AF21-9070124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5907B-7492-4399-A07C-DB6A6357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DFB12-7B1B-4E23-AAD0-759F495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3CFA3-7CA7-4477-89ED-2B9E64B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3E769-F4A3-41C9-96D8-6C79280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43F25-608B-454F-ADA8-5E9DF54F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57545-0DC5-474A-8E38-BE94328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FA130-C3DE-4910-B1FD-B59025F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D03F5-5E19-4C09-85F7-0F81013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5840B-8D70-46A4-B247-4D1691A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D1642-22E2-4C46-999A-A6CA820F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1203356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2026-09-14T07:02:15.0480000Z</dcterms:created>
  <dcterms:modified xsi:type="dcterms:W3CDTF">2026-09-14T07:02:15.0480000Z</dcterms:modified>
</coreProperties>
</file>